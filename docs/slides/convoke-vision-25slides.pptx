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Expansion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for extending Convoke to cover the full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product/software lifecycle and the organizational transformation it requires.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Amalik Amriou — Agentic Product Lead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— Exploratory / Pre-specification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Coverage 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3-4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81328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5361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5-6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01168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6654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0665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Perimeters — Theoretical Foundations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0665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7-12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5968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59689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25968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13-15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072384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272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127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Mesh Reference Pattern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16-18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602736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57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Transformation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19-22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33088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879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187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Sequencing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4187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23-25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Coverage 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Convoke covers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Covered Lifecycle Phases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— Vortex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371600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agents, 22 workflows. Innovation Vortex (Appelo), Lean Startup (Ries), JTBD (Christensen), Empathy Mapping. Compass routing for non-linear evidence-driven flow.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8600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39572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Planning — WDS + BMM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697480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UX workflow, requirements analysis, PRD, architecture. Design Thinking (Brown), ADRs (Nygard). Agents: Freya (UX), Saga (analysis).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1188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72160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Quality — BMM + TEA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4023360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code review, sprint management. Test Architect (Murat): 8 workflows, ATDD, CI/CD, traceability, non-functional requirements.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9601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96012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106984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— Gyre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5192" y="1371600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agents, 7 workflows. Sequential pipeline: Scout (detect) → Atlas (manifest) → Lens (gaps) → Coach (review). DORA, Google PRR, OpenTelemetry.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28600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28600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4" name="Text 22"/>
          <p:cNvSpPr/>
          <p:nvPr/>
        </p:nvSpPr>
        <p:spPr>
          <a:xfrm>
            <a:off x="4965192" y="239572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Extension — CIS + BMB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65192" y="2697480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Brainstorming, design thinking, storytelling. Custom agent builder. RICE-scored backlog. Team Factory for new teams.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from a full lifecycle perspective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Missing Perimeters + Three Cross-Cutting Gaps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86968" cy="438912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99032" y="914400"/>
            <a:ext cx="886968" cy="438912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99032" y="9144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40864" y="914400"/>
            <a:ext cx="886968" cy="438912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40864" y="9144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82696" y="914400"/>
            <a:ext cx="886968" cy="438912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82696" y="9144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24528" y="914400"/>
            <a:ext cx="886968" cy="438912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24528" y="9144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886968" cy="438912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9144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08192" y="914400"/>
            <a:ext cx="886968" cy="438912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08192" y="9144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50024" y="914400"/>
            <a:ext cx="886968" cy="438912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50024" y="9144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91856" y="914400"/>
            <a:ext cx="886968" cy="438912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91856" y="914400"/>
            <a:ext cx="88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1463040"/>
            <a:ext cx="8476488" cy="32004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1463040"/>
            <a:ext cx="8476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·  Documentation  ·  Knowledge Engineering  ·  Governance &amp; Change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01168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01168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230428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strategic positioning upstream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2560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starts ungrounded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97180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32644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release management or progressive delivery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35204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ready → live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93192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422452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activation, retention, or growth workflows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" y="44805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is blind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201168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201168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83480" y="230428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incident mgmt, runbooks, or ops workflows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83480" y="2560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without follow-through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297180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0600" y="297180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8" name="Text 46"/>
          <p:cNvSpPr/>
          <p:nvPr/>
        </p:nvSpPr>
        <p:spPr>
          <a:xfrm>
            <a:off x="498348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83480" y="32644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threat modeling or DevSecOps workflows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83480" y="35204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without remediation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39319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393192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3" name="Text 51"/>
          <p:cNvSpPr/>
          <p:nvPr/>
        </p:nvSpPr>
        <p:spPr>
          <a:xfrm>
            <a:off x="498348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983480" y="422452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 at all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83480" y="44805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lifecycle closure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Perimeters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for each lifecycle gap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&amp; Delivery Perimeters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&amp; Vision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of discovery — strategic positioning, competitive dynamics, business model coherence.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— Competitive Strategy / Five Forces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&amp; Mauborgne — Blue Ocean Strategy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Lafley &amp; Martin — Playing to Win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Rumelt — Good Strategy/Bad Strategy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Wardley — Wardley Maps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Osterwalder — Business Model Canvas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&amp; Release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readiness to production — release strategy, progressive delivery, safe deployment.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Humble &amp; Farley — Continuous Delivery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Hodgson — Feature Flag Best Practices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Forsgren et al. — Accelerate (trunk-based)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Beyer et al. — Release Engineering (SRE)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Canary, blue-green, rolling deployments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&amp; Operations Perimeters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&amp; Adoption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lifecycle: user acquisition, activation, retention, and product-driven growth.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 — Product-Led Growth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McClure — AARRR Pirate Metrics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 — North Star Metric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Kohavi et al. — Trustworthy Experiments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Traynor — Intercom on JTBD for Growth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&amp; Resilience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Operationalizes readiness: incident management, chaos engineering, SLOs, postmortems.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Beyer et al. — Site Reliability Engineering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Rosenthal et al. — Chaos Engineering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Hidalgo — Implementing SLOs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 — STELLA / Learning from Incidents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— Incident Response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Sunset Perimeters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lifecycle-spanning security — from threat modeling to AI governance.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Shostack — Threat Modeling (STRIDE)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— DevSecOps Guideline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— SSDF (SP 800-218)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NTIA — SBOM requirements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 + ISO/IEC 42001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Risk Management Framework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Sunset &amp; Technical Debt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closure: debt management, legacy modernization, graceful product sunset.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Cunningham — Technical Debt metaphor (1992)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Tornhill — Software Design X-Rays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 — Strangler Fig Pattern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 — Refactoring (2nd ed., 2018)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Perimeter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capture, organization, and evolution of knowledge across the entire lifecycle.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64008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Diataxis Framework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Procida (2017). Four documentation types: Tutorials, How-to Guides, Reference, Explanation — organized by user need.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93392"/>
            <a:ext cx="64008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391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Docs-as-Code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26771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(2017/2022). Developer-writer collaboration using version control, CI/CD, and automated publishing.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06624"/>
            <a:ext cx="64008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523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9809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Nygard (2011). Lightweight decision documentation: context, decision, consequences.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19856"/>
            <a:ext cx="64008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655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Creation (SECI)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69417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Nonaka &amp; Takeuchi (1995). Socialization, Externalization, Combination, Internalization.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33088"/>
            <a:ext cx="64008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1788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Learning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40740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Senge (1990). The Fifth Discipline — systems thinking for learning organizations.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Proposed Perimeters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64008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601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9601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Porter, Blue Ocean, Wardley, BMC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90472"/>
            <a:ext cx="8229600" cy="43891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490472"/>
            <a:ext cx="64008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904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14904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Delivery, Feature Flags, Trunk-Based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020824"/>
            <a:ext cx="64008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0208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202082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PLG, AARRR, North Star, Experimentation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51176"/>
            <a:ext cx="8229600" cy="43891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51176"/>
            <a:ext cx="64008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5511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255117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SRE, Chaos Engineering, SLOs, Incidents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81528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81528"/>
            <a:ext cx="64008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0815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0" y="30815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STRIDE, DevSecOps, EU AI Act, ISO 42001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8229600" cy="43891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611880"/>
            <a:ext cx="64008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6118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17520" y="36118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Debt, Strangler Fig, Refactoring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42232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142232"/>
            <a:ext cx="64008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1422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17520" y="41422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Diataxis, Docs-as-Code, ADRs, SECI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passive documentation to proactive knowledge extraction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Knowledge Problem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 organizations exists on a spectrum from fully explicit (API docs, ADRs) to deeply tacit (architectural rationale, edge case expertise, unwritten rules). The challenge is not documentation — it is knowledge operationalization.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THEORY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Polanyi — The Tacit Dimension (1966)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Nonaka &amp; Takeuchi — SECI Model (1995)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Cooke — Knowledge Elicitation (1994)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91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Studer et al. — KE Principles (1998)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Boisot — Knowledge Assets / I-Space (1998)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Jansen &amp; Bosch — Architecture as Decisions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Kagdi et al. — Mining Software Repos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et al. — Developer Cognition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3191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 — Cognitive Debt (2026)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— Knowledge graph construction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Engineering Perimeter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01168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01168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201168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expertise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01168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history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201168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188720"/>
            <a:ext cx="2560320" cy="22860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12801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Mining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recovery, dependency mapping, pattern detection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Elicitation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conversations, tacit→explicit conversion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assets, versioning, decay detection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1051560"/>
            <a:ext cx="228600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051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teams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228600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teams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057400"/>
            <a:ext cx="228600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560320"/>
            <a:ext cx="228600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perimeter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063240"/>
            <a:ext cx="2286000" cy="411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teams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brownfield projects, Knowledge Engineering activates first — before discovery, before readiness, before anything.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Mesh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pattern for specialized disciplines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 Pattern Foundations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64008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60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Dehghani (2022) — Domain ownership, data as product, self-serve infrastructure, federated governance. The foundational analogy.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64008" cy="6858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37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01168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/ Linkerd — Sidecar proxy pattern. Infrastructure concerns separated from business concerns.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64008" cy="6858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14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Mesh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78892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Broda (2025) — Mesh topology for AI agent ecosystems: decentralized discovery, dynamic routing, federated governance.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46120"/>
            <a:ext cx="64008" cy="685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91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Architecture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Cockburn (2005) — Ports &amp; Adapters. Application core isolated through standard interfaces.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23360"/>
            <a:ext cx="64008" cy="68580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690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Design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34340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Evans (2003) — Bounded Contexts and Context Mapping. Each discipline as a separate context.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Mesh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pattern for projects Convoke supports — not Convoke's own infrastructure.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Infrastructure — Discovery · Routing · Capability Registry · Governance Contracts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92024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965960"/>
            <a:ext cx="192024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lifecycle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Bias/fairness audit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192024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observability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A2A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965960"/>
            <a:ext cx="192024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PlatformOps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experience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Perimeters (consumers) — Strategy · Discovery · Design · Build · Readiness · Delivery · Growth · Ops · Sunset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port interface: assess(context) · build(spec) · monitor(target) · advise(question)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 Transformation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dimension of agentic expansion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Change 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64008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Kotter's 8-Step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urgency → Build coalition → Form vision → Enlist → Enable action → Short-term wins → Sustain → Institute change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for rolling out Convoke modules organization-wide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47672"/>
            <a:ext cx="64008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93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Model (Prosci)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2219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Desire → Knowledge → Ability → Reinforcement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4963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Individual-centered: organizational change succeeds when individuals change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35224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35224"/>
            <a:ext cx="64008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809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Lewin's Change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2095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→ Change → Refreeze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4838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adoption requires unfreezing current practices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22776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22776"/>
            <a:ext cx="64008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9684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7-S Framework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1970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Strategy, Systems, Skills, Staff, Style, Shared Values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4714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 must be accompanied by changes in all dimensions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Transformation — What Makes This Different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03120" y="10789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3716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Centaurs (task division) · Cyborgs (fluid blending) · Self-Automators (delegation)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6916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Mollick et al. (2024)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03120" y="23134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Review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606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at Anthropic self-describe as 'managers of AI agents' — review over creation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92608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(2025-2026)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03120" y="35478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Productivity Gain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3840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experienced workers benefit most — both speed and quality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4160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Brynjolfsson &amp; Li (2023)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Adoption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776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Cynefin — decision domain classification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DACI — extended for agent roles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— architecture governance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7000 — autonomous systems ethics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regulatory compliance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 — AI management system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&amp; Diffusion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Rogers — Diffusion of Innovations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 — Crossing the Chasm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 — Tiny Habits / Behavioral Design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Eyal — Hooked / Habit loops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Thaler &amp; Sunstein — Nudge Theory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Edmondson — Psychological Safety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 is the strongest predictor of successful AI adoption across all literature reviewed.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all together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Three-Axis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914400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43584" y="1188720"/>
            <a:ext cx="914400" cy="41148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3584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12848" y="1188720"/>
            <a:ext cx="914400" cy="41148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12848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82112" y="1188720"/>
            <a:ext cx="914400" cy="41148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82112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51376" y="1188720"/>
            <a:ext cx="914400" cy="41148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51376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20640" y="1188720"/>
            <a:ext cx="914400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0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9904" y="1188720"/>
            <a:ext cx="914400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9904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59168" y="1188720"/>
            <a:ext cx="914400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59168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28432" y="1188720"/>
            <a:ext cx="914400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28432" y="1188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MESH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194560"/>
            <a:ext cx="1664208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2194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2194560"/>
            <a:ext cx="1664208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11680" y="2194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49040" y="2194560"/>
            <a:ext cx="1664208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49040" y="2194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2194560"/>
            <a:ext cx="1664208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0" y="2194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PlatformOps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23760" y="2194560"/>
            <a:ext cx="1664208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23760" y="2194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28803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154680"/>
            <a:ext cx="2103120" cy="384048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4320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50592" y="3154680"/>
            <a:ext cx="2103120" cy="384048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450592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26864" y="3154680"/>
            <a:ext cx="2103120" cy="384048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26864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03136" y="3154680"/>
            <a:ext cx="2103120" cy="384048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03136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Change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8595360" cy="5943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linear pipeline to three-axis architecture: lifecycle (when), domain mesh (what expertise — reference pattern for projects), and cross-cutting (everywhere). Knowledge engineering is Wave 0. Governance &amp; change runs in parallel.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 &amp;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5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1032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234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 — extracts the knowledge every other perimeter needs.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brownfield: activates first. In greenfield: activates when there's a codebase.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548640" cy="54864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Lifecycle Loop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945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perimeter (readiness → production)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perimeter (operationalize Gyre findings)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perimeter (assessment → remediation)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07792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 Coverage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perimeter (ground discovery in strategic context)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perimeter (close post-launch feedback loop)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perimeter (prevent knowledge loss)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867912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Picture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114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perimeter (lifecycle closure)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Change perimeter (meta-perimeter for adoption)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modules (as demand dictates — informed by mesh pattern)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serves as the theoretical foundation. Each perimeter should be specified using Team Factory when it matures from exploration to commitment.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Convoke Agents — Lifecycle Expansion Vision</dc:title>
  <dc:subject>PptxGenJS Presentation</dc:subject>
  <dc:creator>Amalik Amriou</dc:creator>
  <cp:lastModifiedBy>Amalik Amriou</cp:lastModifiedBy>
  <cp:revision>1</cp:revision>
  <dcterms:created xsi:type="dcterms:W3CDTF">2026-03-28T09:29:21Z</dcterms:created>
  <dcterms:modified xsi:type="dcterms:W3CDTF">2026-03-28T09:29:21Z</dcterms:modified>
</cp:coreProperties>
</file>