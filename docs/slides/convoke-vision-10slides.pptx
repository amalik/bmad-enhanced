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Expansion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for extending Convoke to cover the full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product/software lifecycle and the organizational transformation it requires.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Amalik Amriou — Agentic Product Lead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— Exploratory / Pre-specification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Coverage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— 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agents, 22 workflows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Vortex, Lean Startup, JTBD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43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 + BMM — Design &amp; Planning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UX workflow, requirements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Thinking, Architecture Decisions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977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3172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 + TEA — Build &amp;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072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QA, Scrum Master, Test Architect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ATDD, CI, sprint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3977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Gyre — Production Readiness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8072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agents, 7 workflows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DORA, Google PRR, OpenTelemetry, SLSA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977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57600"/>
            <a:ext cx="397764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94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+ BMB + Enhance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1330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agents, custom builder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management, team factory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Analysis — Six Missing Perimeters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435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strategic positioning, competitive analysis, or business model design upstream of discovery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starts without strategic grounding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12848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Release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5420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designs CI/CD, Gyre assesses readiness — but no release management or progressive delivery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'ready' and 'live'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11296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844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Adoption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interprets signals — but no activation, retention, or growth workflows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42885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evolution is blind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9144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14400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987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Resilience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2435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Gyre identifies gaps — but no incident management, runbooks, or operational workflows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without operational follow-through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21284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212848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286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5420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Gyre detects gaps — but no threat modeling, DevSecOps, or regulatory workflows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2990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without remediation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511296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11296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5844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&amp; Tech Debt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3840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 — no lifecycle end management, legacy modernization, or debt quantification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42885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closure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Foundations — Upstream &amp; Midstream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Perimeter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— Competitive 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&amp; Mauborgne — Blue Ocean 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Wardley — Wardley Maps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Osterwalder — Business Model Canvas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Rumelt — Good Strategy/Bad Strategy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9144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Perimeter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15087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Humble &amp; Farley — Continuous Delivery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Forsgren et al. — Accelerate (trunk-based dev)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Hodgson — Feature Flags best practices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Beyer et al. — Release Engineering (SRE)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9144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391656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Perimeter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1656" y="15087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 — Product-Led Growth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McClure — Pirate Metrics (AARRR)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Kohavi et al. — Trustworthy Experiments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 — North Star Metric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Traynor — JTBD for Growth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Foundations — Downstream &amp; Closure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Perimeter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Beyer et al. — Site Reliability Engineering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Rosenthal et al. — Chaos Engineering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Hidalgo — Implementing SLOs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 — STELLA / Learning from Incidents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— Incident Response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9144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Perimeter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15087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Shostack — Threat Modeling (STRIDE)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DevSecOps Guideline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— SSDF (SP 800-218)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 — AI Management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9144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391656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Perimeter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1656" y="15087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Cunningham — Technical Debt metaphor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Tornhill — Software Design X-Rays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 — Strangler Fig Pattern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 — Refactoring (2nd ed.)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passive documentation to proactive knowledge extraction and operationalization.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201168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01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201168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2768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expertise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201168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history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201168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27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2286000" cy="21031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14630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228600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325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teams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801368"/>
            <a:ext cx="228600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801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teams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276856"/>
            <a:ext cx="228600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22768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752344"/>
            <a:ext cx="228600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752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perimeter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227832"/>
            <a:ext cx="2286000" cy="384048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2278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teams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Polanyi · Nonaka SECI · Cooke (elicitation) · GraphRAG · Storey cognitive debt · Boisot I-Space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Mesh — A Reference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projects Convoke supports, not Convoke's own architecture.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Infrastructure — Discovery · Routing · Capability Registry · Governance Contracts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Perimeters — Strategy · Discovery · Design · Build · Readiness · Delivery · ...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Principles: Domain-oriented ownership · Capability as a product · Self-serve infrastructure · Federated governance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 Transformation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60520" cy="16002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64008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 8-Step · ADKAR (Prosci) · Lewin Unfreeze-Change-Refreeze · Bridges Transitions · McKinsey 7-S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160520" cy="16002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64008" cy="1600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 Design for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1768" y="1371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Topologies (Skelton &amp; Pais) · unFIX (Appelo) · Conway's Law / Inverse Maneuver · Sociotechnical Systems (Trist) · Dynamic Capabilities (Teece)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60520" cy="16002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64008" cy="1600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Transformation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Cyborgs, Centaurs, Self-Automators (Mollick et al.) · McKinsey Agentic Organization · Anthropic: engineers as 'managers of agents' · Brynjolfsson: 15% avg productivity gain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160520" cy="16002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743200"/>
            <a:ext cx="64008" cy="1600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5001768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01768" y="3200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Cynefin (Snowden) · TOGAF · IEEE 7000 · EU AI Act (2024) · ISO/IEC 42001 · DACI for human-agent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Three-Axis Architecture — Synthesis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AXIS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86968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99032" y="1188720"/>
            <a:ext cx="886968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99032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40864" y="1188720"/>
            <a:ext cx="886968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40864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82696" y="1188720"/>
            <a:ext cx="886968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2696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24528" y="1188720"/>
            <a:ext cx="886968" cy="41148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24528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66360" y="1188720"/>
            <a:ext cx="886968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08192" y="1188720"/>
            <a:ext cx="886968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08192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50024" y="1188720"/>
            <a:ext cx="886968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50024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91856" y="1188720"/>
            <a:ext cx="886968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91856" y="118872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192024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MESH AXIS (reference pattern)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194560"/>
            <a:ext cx="1627632" cy="365760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2194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57984" y="2194560"/>
            <a:ext cx="1627632" cy="365760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157984" y="2194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58768" y="2194560"/>
            <a:ext cx="1627632" cy="365760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58768" y="2194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59552" y="2194560"/>
            <a:ext cx="1627632" cy="365760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59552" y="2194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PlatformOps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0336" y="2194560"/>
            <a:ext cx="1627632" cy="365760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60336" y="2194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88036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CAPABILITIES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154680"/>
            <a:ext cx="2048256" cy="34747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15468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78608" y="3154680"/>
            <a:ext cx="2048256" cy="34747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78608" y="315468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0016" y="3154680"/>
            <a:ext cx="2048256" cy="34747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00016" y="315468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21424" y="3154680"/>
            <a:ext cx="2048256" cy="347472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21424" y="315468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Change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shift from linear pipeline to three-axis architecture: lifecycle (when), domain mesh (what expertise — reference pattern), and cross-cutting capabilities (everywhere).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Prioritization &amp; Open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 — Lifecycle Expansion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SEQUENCING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502920" cy="50292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Operations · Security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624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Growth · Documentation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· Governance · Domain Modules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governance across teams?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627632"/>
            <a:ext cx="320040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behavior at 40+ agent scale?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039112"/>
            <a:ext cx="320040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transformation impact?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450592"/>
            <a:ext cx="320040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autonomy progression model?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862072"/>
            <a:ext cx="320040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asset lifecycle &amp; decay?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273552"/>
            <a:ext cx="320040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interface evolution strategy?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Convoke Agents — Lifecycle Expansion Vision</dc:title>
  <dc:subject>PptxGenJS Presentation</dc:subject>
  <dc:creator>Amalik Amriou</dc:creator>
  <cp:lastModifiedBy>Amalik Amriou</cp:lastModifiedBy>
  <cp:revision>1</cp:revision>
  <dcterms:created xsi:type="dcterms:W3CDTF">2026-03-28T09:29:21Z</dcterms:created>
  <dcterms:modified xsi:type="dcterms:W3CDTF">2026-03-28T09:29:21Z</dcterms:modified>
</cp:coreProperties>
</file>