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91440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spc="6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CONVOKE AGENTS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78638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Lifecycle Expansion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Vision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640080" y="2743200"/>
            <a:ext cx="6400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Theoretical foundations for extending Convoke from a discovery engine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a full product/software lifecycle agentic platform.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411480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Amalik Amriou — Agentic Product Lead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March 2026 — Exploratory / Pre-specification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Discovery Engine to Full Lifecycle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7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 — 5 covered phases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40080" y="1417320"/>
            <a:ext cx="3840480" cy="329184"/>
          </a:xfrm>
          <a:prstGeom prst="rect">
            <a:avLst/>
          </a:prstGeom>
          <a:solidFill>
            <a:srgbClr val="0A7E8C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1417320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 (Vortex, 7 agents)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" y="1801368"/>
            <a:ext cx="3840480" cy="329184"/>
          </a:xfrm>
          <a:prstGeom prst="rect">
            <a:avLst/>
          </a:prstGeom>
          <a:solidFill>
            <a:srgbClr val="0A7E8C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77240" y="1801368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(WDS + BMM)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40080" y="2185416"/>
            <a:ext cx="3840480" cy="329184"/>
          </a:xfrm>
          <a:prstGeom prst="rect">
            <a:avLst/>
          </a:prstGeom>
          <a:solidFill>
            <a:srgbClr val="0A7E8C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77240" y="2185416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(BMM + TEA)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" y="2569464"/>
            <a:ext cx="3840480" cy="329184"/>
          </a:xfrm>
          <a:prstGeom prst="rect">
            <a:avLst/>
          </a:prstGeom>
          <a:solidFill>
            <a:srgbClr val="0A7E8C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77240" y="2569464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Readiness (Gyre, 4 agents)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40080" y="2953512"/>
            <a:ext cx="3840480" cy="329184"/>
          </a:xfrm>
          <a:prstGeom prst="rect">
            <a:avLst/>
          </a:prstGeom>
          <a:solidFill>
            <a:srgbClr val="0A7E8C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777240" y="2953512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Creative &amp; Extension (CIS, BMB)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846320" y="105156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— 7 new perimeters + 2 dimensions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846320" y="1417320"/>
            <a:ext cx="3840480" cy="329184"/>
          </a:xfrm>
          <a:prstGeom prst="rect">
            <a:avLst/>
          </a:prstGeom>
          <a:solidFill>
            <a:srgbClr val="F97316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983480" y="1417320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 &amp; Vision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846320" y="1801368"/>
            <a:ext cx="3840480" cy="329184"/>
          </a:xfrm>
          <a:prstGeom prst="rect">
            <a:avLst/>
          </a:prstGeom>
          <a:solidFill>
            <a:srgbClr val="F97316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983480" y="1801368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&amp; Release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846320" y="2185416"/>
            <a:ext cx="3840480" cy="329184"/>
          </a:xfrm>
          <a:prstGeom prst="rect">
            <a:avLst/>
          </a:prstGeom>
          <a:solidFill>
            <a:srgbClr val="F97316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983480" y="2185416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&amp; Adoption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846320" y="2569464"/>
            <a:ext cx="3840480" cy="329184"/>
          </a:xfrm>
          <a:prstGeom prst="rect">
            <a:avLst/>
          </a:prstGeom>
          <a:solidFill>
            <a:srgbClr val="F97316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983480" y="2569464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 &amp; Resilience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846320" y="2953512"/>
            <a:ext cx="3840480" cy="329184"/>
          </a:xfrm>
          <a:prstGeom prst="rect">
            <a:avLst/>
          </a:prstGeom>
          <a:solidFill>
            <a:srgbClr val="F97316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4983480" y="2953512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Sunset &amp; Technical Debt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846320" y="3337560"/>
            <a:ext cx="3840480" cy="329184"/>
          </a:xfrm>
          <a:prstGeom prst="rect">
            <a:avLst/>
          </a:prstGeom>
          <a:solidFill>
            <a:srgbClr val="F97316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4983480" y="3337560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&amp; Compliance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846320" y="3721608"/>
            <a:ext cx="3840480" cy="329184"/>
          </a:xfrm>
          <a:prstGeom prst="rect">
            <a:avLst/>
          </a:prstGeom>
          <a:solidFill>
            <a:srgbClr val="F97316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4983480" y="3721608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Engineering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40080" y="443484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Domain Mesh (reference pattern) + Governance &amp; Change Management (cross-cutting)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Three-Axis Architecture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1097280"/>
            <a:ext cx="73152" cy="91440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0972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B4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Lifecycle Axis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138988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things happen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914400" y="1627632"/>
            <a:ext cx="7589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 through Sunset — sequential and cyclical, connected by handoff contracts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40080" y="2286000"/>
            <a:ext cx="73152" cy="91440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22860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366F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Domain Mesh Axis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14400" y="257860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expertise is needed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14400" y="2816352"/>
            <a:ext cx="7589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DataOps, MLOps, AgentOps, PlatformOps — decentralized, port-based capabilities (reference pattern)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" y="3474720"/>
            <a:ext cx="73152" cy="914400"/>
          </a:xfrm>
          <a:prstGeom prst="rect">
            <a:avLst/>
          </a:prstGeom>
          <a:solidFill>
            <a:srgbClr val="48CAE4"/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34747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8CAE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Cross-Cutting Axis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914400" y="376732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Everywhere, always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005072"/>
            <a:ext cx="7589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Engineering, Security, Documentation, Governance &amp; Change — spans all perimeters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0080" y="461772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Wave 0: Knowledge Eng. → Wave 1: Delivery, Ops, Security → Wave 2: Strategy, Growth, Docs → Wave 3: Sunset, Governance, Domain Modules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Convoke Agents — Lifecycle Expansion Vision</dc:title>
  <dc:subject>PptxGenJS Presentation</dc:subject>
  <dc:creator>Amalik Amriou</dc:creator>
  <cp:lastModifiedBy>Amalik Amriou</cp:lastModifiedBy>
  <cp:revision>1</cp:revision>
  <dcterms:created xsi:type="dcterms:W3CDTF">2026-03-28T09:29:21Z</dcterms:created>
  <dcterms:modified xsi:type="dcterms:W3CDTF">2026-03-28T09:29:21Z</dcterms:modified>
</cp:coreProperties>
</file>