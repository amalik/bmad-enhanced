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Convoke Agents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Lifecycle Expansion Vision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foundations for a full product/software lifecycle agentic platform.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Amalik Amriou — Agentic Product Lead —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 Stand — and Where the Gaps 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86968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99032" y="960120"/>
            <a:ext cx="886968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99032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40864" y="960120"/>
            <a:ext cx="886968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40864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82696" y="960120"/>
            <a:ext cx="886968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82696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24528" y="960120"/>
            <a:ext cx="886968" cy="475488"/>
          </a:xfrm>
          <a:prstGeom prst="rect">
            <a:avLst/>
          </a:prstGeom>
          <a:solidFill>
            <a:srgbClr val="0A7E8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24528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66360" y="960120"/>
            <a:ext cx="886968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08192" y="960120"/>
            <a:ext cx="886968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08192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050024" y="960120"/>
            <a:ext cx="886968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50024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91856" y="960120"/>
            <a:ext cx="886968" cy="475488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91856" y="96012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1554480"/>
            <a:ext cx="8476488" cy="32004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1554480"/>
            <a:ext cx="8476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Documentation  ·  Knowledge Engineering  ·  Governance &amp; Change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1031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10312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Vision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Porter, Blue Ocean, Wardley — strategic positioning upstream of discovery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35808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035808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Release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3401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delivery, feature flags, trunk-based dev — bridge readiness to production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68496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968496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Adoption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334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AARRR, PLG, North Star — post-launch product evolution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103120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103120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Resilience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SRE, Chaos Engineering, SLOs — operationalize readiness findings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035808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035808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498348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&amp; Tech Debt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83480" y="34015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Strangler Fig, behavioral code analysis — lifecycle closure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968496"/>
            <a:ext cx="4160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3968496"/>
            <a:ext cx="64008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983480" y="4334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STRIDE, DevSecOps, EU AI Act — proactive, lifecycle-spanning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Key Additions Beyond the Lifecycle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7764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Engineering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extraction of tacit knowledge from codebases, teams, docs into consumable knowledge assets.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Polanyi — tacit dimension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Nonaka — SECI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— knowledge graphs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 — mining repositories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 — cognitive debt (2026)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3977640" cy="640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Mesh Pattern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for projects Convoke supports — not Convoke's own infrastructure.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Dehghani — Data Mesh principles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— sidecar proxy pattern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Broda — Agentic Mesh (2025)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Cockburn — Hexagonal Architecture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Evans — DDD Bounded Contexts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Organizational Dimension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the platform is not just a technical challenge — it's an organizational transformation.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6052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27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Management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874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Kotter 8-Step · ADKAR · Lewin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Transitions · McKinsey 7-S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6052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417320"/>
            <a:ext cx="64008" cy="146304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5001768" y="1527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 Design for Agents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01768" y="1874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Topologies · unFIX · Conway's Law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Sociotechnical Systems · Dynamic Capabilities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416052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64008" cy="1463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Transformation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Cyborgs/Centaurs (Mollick)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Agentic Organization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Brynjolfsson productivity research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3108960"/>
            <a:ext cx="4160520" cy="14630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3108960"/>
            <a:ext cx="64008" cy="1463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5001768" y="3218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Adoption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01768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Cynefin · TOGAF · EU AI 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Rogers Diffusion · Fogg Behavioral Design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Edmondson Psychological Safety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Wave-Based Prioritization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389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perimeter — extracts the knowledge every other perimeter needs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594360" cy="59436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2039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Lifecycle 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350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perimeter · Operations perimeter · Security perimeter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29992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Extend Coverage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10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perimeter · Growth perimeter · Documentation perimeter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959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Picture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70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perimeter · Governance &amp; Change perimeter · Domain-specialized perimeters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Convoke Agents — Lifecycle Expansion Vision</dc:title>
  <dc:subject>PptxGenJS Presentation</dc:subject>
  <dc:creator>Amalik Amriou</dc:creator>
  <cp:lastModifiedBy>Amalik Amriou</cp:lastModifiedBy>
  <cp:revision>1</cp:revision>
  <dcterms:created xsi:type="dcterms:W3CDTF">2026-03-28T09:29:21Z</dcterms:created>
  <dcterms:modified xsi:type="dcterms:W3CDTF">2026-03-28T09:29:21Z</dcterms:modified>
</cp:coreProperties>
</file>